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www.youtube.com/watch?v=D41PvJn7wO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658368" y="3703320"/>
            <a:ext cx="3611880" cy="6583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AI ? Making dark shipping visible</dc:title>
  <dc:subject>Wake AI hackathon pitch deck</dc:subject>
  <dc:creator>Wake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